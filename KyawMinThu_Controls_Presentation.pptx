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644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644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2396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</a:rPr>
              <a:t>INTERVIEW PRESENTATION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118872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System-Level Control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Safety in Industrial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Machines</a:t>
            </a:r>
            <a:endParaRPr lang="en-US" sz="3600" dirty="0"/>
          </a:p>
        </p:txBody>
      </p:sp>
      <p:sp>
        <p:nvSpPr>
          <p:cNvPr id="53" name="Shape 51"/>
          <p:cNvSpPr/>
          <p:nvPr/>
        </p:nvSpPr>
        <p:spPr>
          <a:xfrm>
            <a:off x="457200" y="3657600"/>
            <a:ext cx="8229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Kyaw Min Thu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0292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Automation / Controls Engineer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 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Years in Industrial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Automation &amp; Controls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2801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28016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4173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R&amp;D · Prod · Field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96896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Environments Covered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2801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128016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4173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PLC · SCADA · HMI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Core Control Competencies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9984" y="12801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9984" y="128016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141732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· Hydraulics · Motion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9712" y="201168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Physical Domains Worked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Strong in PLC control, system integration, and real-world troubleshooting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Focus: safe, stable system behavior under real operating conditions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Full lifecycle experience — concept through commissioning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THINK ABOUT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86200" cy="3474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3474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</a:rPr>
              <a:t>≠ Outcome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688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</a:rPr>
              <a:t>Manages inputs and outputs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</a:rPr>
              <a:t>Executes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</a:rPr>
              <a:t>Does NOT determine final result alone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234440"/>
            <a:ext cx="3886200" cy="3474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234440"/>
            <a:ext cx="64008" cy="3474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Stability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</a:rPr>
              <a:t>= Outcome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4688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</a:rPr>
              <a:t>Physical process determines final result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</a:rPr>
              <a:t>Depends on coordination across domains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</a:rPr>
              <a:t>Requires stable behavior under real conditions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2560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</a:rPr>
              <a:t>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</a:rPr>
              <a:t>PRIMARY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 Fighting Simulator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"/>
            <a:ext cx="242316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27648" y="201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Singapore Civil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Defence Force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533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FUEL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LPG-Based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Combustion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87168" y="12344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23444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3533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PURPOSE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96896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Firefighter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Training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08576" y="12344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23444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3533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CONTROL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18304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Omron PLC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Logic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9984" y="12344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123444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13533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RISK LEVEL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39712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Real Hazard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System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8412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34640"/>
            <a:ext cx="64008" cy="2011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92608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</a:rPr>
              <a:t>This was not just a simulation system — it involved controlled combustion using LPG, so safety and system reliability were critical.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520440"/>
            <a:ext cx="8001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Controlled ignition and fire behavior for realistic training scenarios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Real hazard environment: strict safety requirements, permissives, and interlocks throughout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End-to-end control logic design and commissioning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 —  Fire Fighting Simulator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54480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554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50876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Omron PLC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83464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Control Logic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38528" y="2194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66544" y="1280160"/>
            <a:ext cx="1554480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66544" y="1280160"/>
            <a:ext cx="15544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3472" y="150876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Gas Supply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Distribution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9696" y="283464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LPG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39312" y="2194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67328" y="1280160"/>
            <a:ext cx="1554480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67328" y="1280160"/>
            <a:ext cx="1554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50876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Pneumatic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Valves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83464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Gas Control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0096" y="2194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68112" y="1280160"/>
            <a:ext cx="1554480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68112" y="1280160"/>
            <a:ext cx="155448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508760"/>
            <a:ext cx="411480" cy="4114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Ignition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41264" y="283464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Flame Generation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2194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68896" y="1280160"/>
            <a:ext cx="1554480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68896" y="1280160"/>
            <a:ext cx="15544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35824" y="1508760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201168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Sensors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42048" y="283464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Pressure · Flame · Status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794760"/>
            <a:ext cx="6400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8587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D5DB"/>
                </a:solidFill>
              </a:rPr>
              <a:t>Gas flow, ignition, and control logic must be coordinated at all times to ensure safe, predictable system operation.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DESIGN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PERMISSIVES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91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Before ignition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Gas pressure within range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Valve states verified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No active faults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INTERLOCKS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91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During operation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Continuous gas flow monitoring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Flame detection feedback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System condition checks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65176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SAFETY TRIPS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591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Shutdown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01168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Emergency stop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Loss of flame or unstable condition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Abnormal pressure or system fault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</a:rPr>
              <a:t>Each layer is explicitly separated — clear behavior, predictable system responses.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HANDLING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</a:rPr>
              <a:t>FAILURE MODES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</a:rPr>
              <a:t>Gas leak or pressure instability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</a:rPr>
              <a:t>Flame failure or ignition issues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</a:rPr>
              <a:t>Valve malfunction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</a:rPr>
              <a:t>Communication loss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3566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41148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2212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Continuous monitoring of sensors and system state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27685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78892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Isolate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Identify and contain the affected subsystem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19125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70332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Safe State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Transition system to defined safe condition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</a:rPr>
              <a:t>Any uncertainty → safe shutdown. Never continue under unknown conditions.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</a:rPr>
              <a:t>SUPPORTING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Loop System  —  Concept to Commissioning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554480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61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38528" y="1417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66544" y="1234440"/>
            <a:ext cx="1554480" cy="731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57984" y="1261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57984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9312" y="1417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67328" y="1234440"/>
            <a:ext cx="1554480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58768" y="1261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58768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0096" y="1417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68112" y="1234440"/>
            <a:ext cx="1554480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59552" y="1261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59552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14173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68896" y="1234440"/>
            <a:ext cx="155448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0336" y="1261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0336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Commission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240280"/>
            <a:ext cx="64008" cy="2560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3591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Flow Control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2788920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Designed and tuned for stable, consistent flow across operating conditions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0" y="224028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240280"/>
            <a:ext cx="64008" cy="2560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23591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Pressure Monitoring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01568" y="2788920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Real-time sensor feedback with alarm and interlock integration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35040" y="224028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2240280"/>
            <a:ext cx="64008" cy="2560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3591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System Validation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36208" y="2788920"/>
            <a:ext cx="2331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Functional testing and verification against design requirements in field environment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INTEGRATION &amp;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441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 Accuracy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Verified sensor accuracy and signal integrity against known reference standards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64008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3441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344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 Loop Tuning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783080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Tuned control loops for stable, consistent operation across the full operating range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64008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2186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218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Functional Testing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57600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Performed systematic functional testing and validation against design requirements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114800" cy="169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64008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2186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218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Issue Resolution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28032" y="3657600"/>
            <a:ext cx="3813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Identified and resolved system-level issues found during commissioning in the field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</a:rPr>
              <a:t>Goal: correct behavior under real operating conditions — not just in theory.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</a:rPr>
              <a:t>SUPPORTING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IPC Monitoring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2743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WHAT WAS BUILT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Python-based monitoring scripts for IPC systems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Aggregated and parsed IPC trace logs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Improved system visibility and diagnostics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64008" cy="2743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</a:rPr>
              <a:t>IMPACT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Faster troubleshooting — reduced diagnostic time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Better understanding of system behavior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Bridged machine-level events with system-level insight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160020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4160520"/>
            <a:ext cx="160020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IPC Trace Logs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4160520"/>
            <a:ext cx="160020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System Diagnostics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971800" y="1280160"/>
            <a:ext cx="320040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71800" y="1280160"/>
            <a:ext cx="9144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1389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IPC  —  Planning /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43400" y="1920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2194560"/>
            <a:ext cx="411480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2194560"/>
            <a:ext cx="9144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2304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Real-Time Control  —  PLC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2834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57400" y="3108960"/>
            <a:ext cx="502920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3108960"/>
            <a:ext cx="9144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3218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Actuators / Sensors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00200" y="4023360"/>
            <a:ext cx="5943600" cy="640080"/>
          </a:xfrm>
          <a:prstGeom prst="rect">
            <a:avLst/>
          </a:prstGeom>
          <a:solidFill>
            <a:srgbClr val="1F2937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00200" y="4023360"/>
            <a:ext cx="9144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1368" y="41330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Physical Process  —  Source of Outcome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1234440"/>
            <a:ext cx="1188720" cy="36576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371600"/>
            <a:ext cx="1097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I work at the boundary between control systems and physical processes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RELEVANCE TO VELO3D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38404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1D5DB"/>
                </a:solidFill>
              </a:rPr>
              <a:t>VELO3D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Gas control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Thermal process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Precision motion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Deterministic control required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Process stability critical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Strong safety design needed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</a:rPr>
              <a:t>↔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5196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Strong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Parallels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0" y="123444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234440"/>
            <a:ext cx="38404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MY BACKGROUND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LPG combustion control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Thermal / ignition process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Pneumatic actuator control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Omron PLC deterministic logic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Process stability focus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Permissives / interlocks / trips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645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System-Level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Diagnose and resolve issues across the full stack — from sensor signals to process behavior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64008" cy="1645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Gas, fluid, motion, and control — experience coordinating across physical and digital domains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64008" cy="1645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Safety-Critical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Real-world work under hazardous conditions with strict permissive and interlock requirements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11480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64008" cy="1645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Stability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</a:rPr>
              <a:t>Consistent drive toward stable, reliable system behavior — not just code that runs, but systems that work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2743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05156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82880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260604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644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38328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644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23960" y="4160520"/>
            <a:ext cx="45720" cy="45720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</a:rPr>
              <a:t>INTERESTED IN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1051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</a:rPr>
              <a:t>Systems where control directly impacts process quality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1D5DB"/>
                </a:solidFill>
              </a:rPr>
              <a:t>Working on complex, multi-domain machines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5" name="Text 53"/>
          <p:cNvSpPr/>
          <p:nvPr/>
        </p:nvSpPr>
        <p:spPr>
          <a:xfrm>
            <a:off x="5029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Kyaw Min Thu  ·  Automation / Controls Engineer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57200" y="3840480"/>
            <a:ext cx="8229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7316"/>
                </a:solidFill>
              </a:rPr>
              <a:t>Process Stability   ·   System-Level Thinking   ·   Safe State   ·   Cross-Domain Coordination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System-Level Control &amp; Safety in Industrial Machines</dc:title>
  <dc:subject>PptxGenJS Presentation</dc:subject>
  <dc:creator>Kyaw Min Thu</dc:creator>
  <cp:lastModifiedBy>Kyaw Min Thu</cp:lastModifiedBy>
  <cp:revision>1</cp:revision>
  <dcterms:created xsi:type="dcterms:W3CDTF">2026-03-26T03:40:28Z</dcterms:created>
  <dcterms:modified xsi:type="dcterms:W3CDTF">2026-03-26T03:40:28Z</dcterms:modified>
</cp:coreProperties>
</file>