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Controls engineer with multi-domain system experience</a:t>
            </a:r>
          </a:p>
          <a:p>
            <a:pPr/>
            <a:r>
              <a:t>Focus: diagnosing non-obvious and intermittent failures</a:t>
            </a:r>
          </a:p>
          <a:p>
            <a:pPr/>
            <a:r>
              <a:t>Approach: structured RCA + real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Offshore hydraulic top drive systems</a:t>
            </a:r>
          </a:p>
          <a:p>
            <a:pPr/>
            <a:r>
              <a:t>Industrial automation and commissioning</a:t>
            </a:r>
          </a:p>
          <a:p>
            <a:pPr/>
            <a:r>
              <a:t>Multi-domain: mechanical, hydraulic, electrical,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 Fire Training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Gas + air + ignition system</a:t>
            </a:r>
          </a:p>
          <a:p>
            <a:pPr/>
            <a:r>
              <a:t>Safety interlocks and sequencing</a:t>
            </a:r>
          </a:p>
          <a:p>
            <a:pPr/>
            <a:r>
              <a:t>Commissioning and reliability responsibility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RCA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 not assume PLC is the issue</a:t>
            </a:r>
          </a:p>
          <a:p>
            <a:pPr/>
            <a:r>
              <a:t>Separate symptom vs root cause</a:t>
            </a:r>
          </a:p>
          <a:p>
            <a:pPr/>
            <a:r>
              <a:t>Validate each domain independently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RCA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Define problem</a:t>
            </a:r>
          </a:p>
          <a:p>
            <a:pPr/>
            <a:r>
              <a:t>Isolate domains</a:t>
            </a:r>
          </a:p>
          <a:p>
            <a:pPr/>
            <a:r>
              <a:t>Collect real data</a:t>
            </a:r>
          </a:p>
          <a:p>
            <a:pPr/>
            <a:r>
              <a:t>Validate root cause</a:t>
            </a:r>
          </a:p>
          <a:p>
            <a:pPr/>
            <a:r>
              <a:t>Fix + prevent recurrence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1: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Intermittent ignition failure</a:t>
            </a:r>
          </a:p>
          <a:p>
            <a:pPr/>
            <a:r>
              <a:t>Multiple retries needed</a:t>
            </a:r>
          </a:p>
          <a:p>
            <a:pPr/>
            <a:r>
              <a:t>Control signals appeared correct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1: 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Clogged air filter reduced airflow</a:t>
            </a:r>
          </a:p>
          <a:p>
            <a:pPr/>
            <a:r>
              <a:t>Insufficient pressure during ignition</a:t>
            </a:r>
          </a:p>
          <a:p>
            <a:pPr/>
            <a:r>
              <a:t>System appeared random due to pressure recovery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Replaced filter</a:t>
            </a:r>
          </a:p>
          <a:p>
            <a:pPr/>
            <a:r>
              <a:t>Added pressure transmitter</a:t>
            </a:r>
          </a:p>
          <a:p>
            <a:pPr/>
            <a:r>
              <a:t>Added SCADA monitoring + maintenance schedule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instrumentation = no visibility</a:t>
            </a:r>
          </a:p>
          <a:p>
            <a:pPr/>
            <a:r>
              <a:t>Process issues can mimic control failures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2: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Intermittent shutdown</a:t>
            </a:r>
          </a:p>
          <a:p>
            <a:pPr/>
            <a:r>
              <a:t>No logging available</a:t>
            </a:r>
          </a:p>
          <a:p>
            <a:pPr/>
            <a:r>
              <a:t>Occurs randomly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2: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Built 24/7 Python monitoring</a:t>
            </a:r>
          </a:p>
          <a:p>
            <a:pPr/>
            <a:r>
              <a:t>Captured all stop conditions and permissives</a:t>
            </a:r>
          </a:p>
          <a:p>
            <a:pPr/>
            <a:r>
              <a:t>Real-time alert via Slack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2: 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Intermittent manual button trigger</a:t>
            </a:r>
          </a:p>
          <a:p>
            <a:pPr/>
            <a:r>
              <a:t>Not visible in PLC trending</a:t>
            </a:r>
          </a:p>
          <a:p>
            <a:pPr/>
            <a:r>
              <a:t>Captured via external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Case 1: Process issue → instrumentation</a:t>
            </a:r>
          </a:p>
          <a:p>
            <a:pPr/>
            <a:r>
              <a:t>Case 2: Intermittent issue → monitoring</a:t>
            </a:r>
          </a:p>
          <a:p>
            <a:pPr/>
            <a:r>
              <a:t>Same principle: get real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 to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Multi-domain systems (gas, thermal, motion)</a:t>
            </a:r>
          </a:p>
          <a:p>
            <a:pPr/>
            <a:r>
              <a:t>Need structured RCA</a:t>
            </a:r>
          </a:p>
          <a:p>
            <a:pPr/>
            <a:r>
              <a:t>Avoid assumptions, rely on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Focus: control decisions affecting physical systems</a:t>
            </a:r>
          </a:p>
          <a:p>
            <a:pPr/>
            <a:r>
              <a:t>Strength: diagnosing non-obvious failures</a:t>
            </a:r>
          </a:p>
          <a:p>
            <a:pPr/>
            <a:r>
              <a:t>Approach: structured, data-driven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